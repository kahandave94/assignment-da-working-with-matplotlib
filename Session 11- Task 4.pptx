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860E0-73B6-ACBC-1A51-CC4D90E0B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C4E4B-FAF5-2AFD-867C-1B671E3FD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73BD4-CDA5-42BD-6581-4D733DFA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3E5-6246-44A5-90C9-3C122659265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D1CFD-DF0D-6078-4727-46D8DD412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F7733-8684-5751-FA31-B2EE4391A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DE0CE-9B94-4170-99EF-669C27E8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7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2DD8-79EF-A581-12D1-6D5FAF9EB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72B4C-8586-7086-1021-5CF2A554C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B423C-56B3-2350-17B3-A660D583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3E5-6246-44A5-90C9-3C122659265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E64AC-E57F-D7A7-979E-FAE9D448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344A8-E42B-4140-93A9-00CB77A52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DE0CE-9B94-4170-99EF-669C27E8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54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7CB37-C76C-97FB-9ADB-CD68CDCA1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68C38-FBD9-4932-6ADF-88AC15B7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1B178-774E-92FE-E4B0-6B7ABB152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3E5-6246-44A5-90C9-3C122659265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F22DC-532D-3297-D58B-7E9C161AA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26A06-42BA-B502-7708-844E262F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DE0CE-9B94-4170-99EF-669C27E8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4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FF92E-36EA-817D-C0A0-BE5A6C19A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BE730-7D54-7D4B-EDCF-859007909F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E8A4B0-A9B6-CF09-9039-A465039E1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7EEAB-2C02-3B7D-3D88-0A58E69CC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3E5-6246-44A5-90C9-3C122659265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95802-39D8-D0D7-D813-D8E467C42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5A974-0A79-7103-0CBB-C4FF77269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DE0CE-9B94-4170-99EF-669C27E8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97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08B38-2F7D-406B-83C9-10E539D7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289E3-3EFF-4B26-D0DD-392A827B8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7DEB4-96C0-FE06-68CD-0EE485ECC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E363FC-3F20-3162-B777-58F8DF6356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49A298-BF51-A765-5DB5-80FAE1F1A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B9F5C-3E68-A219-EC82-A410BD9B9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3E5-6246-44A5-90C9-3C122659265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924F54-5D46-B51B-E0E9-8B2D2153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281562-7A97-0AEF-6A95-18B446E9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DE0CE-9B94-4170-99EF-669C27E8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1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1EA31-B44E-63C4-B14A-44E2FF81E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5A7B27-32EE-2BCC-952C-718280604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3E5-6246-44A5-90C9-3C122659265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38FFF-38B2-BF7D-4D96-FF99192E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781AAF-48A5-0996-01C3-FAF8E2BD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DE0CE-9B94-4170-99EF-669C27E8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5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355121-97CB-FFD7-D829-366AE65B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3E5-6246-44A5-90C9-3C122659265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D5EBD6-F7FE-7C94-528A-632EFEA9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EB907-CEDB-63CF-9AA2-07154D0F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DE0CE-9B94-4170-99EF-669C27E8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7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88A86-FC2A-7A7F-77EA-7A9D44E2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81A91-F8CD-642A-0D9E-9544D2C30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6F4EB-362A-F724-41ED-89D9860CC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E6F09-E032-EFBC-21B5-D77518860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3E5-6246-44A5-90C9-3C122659265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81E3C-BECB-CED8-2667-3CEAD07B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E7AFB-C77E-E5D3-0C80-4DE946C90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DE0CE-9B94-4170-99EF-669C27E8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154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B484F-BD62-E9A4-6336-E4F92442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83B062-C8B3-47CC-5076-66C75FBEB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0BC19-5283-806B-BDA2-6705BC662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199CE-C3DE-E0F9-36EC-58AB415ED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3E5-6246-44A5-90C9-3C122659265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644D5-D29F-CBF3-5E44-D2DD4614A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EAC1F-A6B0-FDBD-52FF-A3062063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DE0CE-9B94-4170-99EF-669C27E8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13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29B3-5258-0A01-828E-57317130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952DE-F831-865E-E649-05A9D1820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84B8-CD94-A6CF-FEB5-8D0C3A22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3E5-6246-44A5-90C9-3C122659265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08A12-E4A6-307B-7DBB-BB37B80DC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B7844-CAFB-10B6-3A27-5689EC99C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DE0CE-9B94-4170-99EF-669C27E8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49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A04289-0D64-6BE9-3674-604D0952A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E4171-E397-2D15-8858-99251B44F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2A816-7D48-EB5C-48AC-B73F9655E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93E5-6246-44A5-90C9-3C122659265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F3B62-DA62-14C4-B781-5EC1EFCD0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C637-C021-BAC5-A850-2254F9858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DE0CE-9B94-4170-99EF-669C27E8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3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7B5E9-1A51-E6D7-C1FC-D346BC87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84695-62A2-6E65-AECD-1736D9E28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84C1D-CD65-CE3E-3AC7-5E2E5B977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793E5-6246-44A5-90C9-3C122659265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62E80-41A9-8CE2-C906-8CB78D155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08A09-5E72-BD4D-E500-A6954596A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DE0CE-9B94-4170-99EF-669C27E8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49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566B68-C823-3342-A6D0-53C936662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651" y="875071"/>
            <a:ext cx="8347587" cy="58796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1BF8BE-39ED-E56F-A2B6-5C9494972768}"/>
              </a:ext>
            </a:extLst>
          </p:cNvPr>
          <p:cNvSpPr txBox="1"/>
          <p:nvPr/>
        </p:nvSpPr>
        <p:spPr>
          <a:xfrm>
            <a:off x="3411794" y="403123"/>
            <a:ext cx="4454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4 Embed Chart into PowerPoint</a:t>
            </a:r>
          </a:p>
        </p:txBody>
      </p:sp>
    </p:spTree>
    <p:extLst>
      <p:ext uri="{BB962C8B-B14F-4D97-AF65-F5344CB8AC3E}">
        <p14:creationId xmlns:p14="http://schemas.microsoft.com/office/powerpoint/2010/main" val="2158149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Kahan Dave</dc:creator>
  <cp:lastModifiedBy>Kahan Dave</cp:lastModifiedBy>
  <cp:revision>1</cp:revision>
  <dcterms:created xsi:type="dcterms:W3CDTF">2026-09-27T09:38:45Z</dcterms:created>
  <dcterms:modified xsi:type="dcterms:W3CDTF">2026-09-27T09:39:12Z</dcterms:modified>
</cp:coreProperties>
</file>